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able"/>
          <p:cNvSpPr txBox="1"/>
          <p:nvPr/>
        </p:nvSpPr>
        <p:spPr/>
        <p:txBody>
          <a:bodyPr/>
          <a:lstStyle/>
          <a:p>
            <a:r>
              <a:t>Item | Qty | Price</a:t>
            </a:r>
          </a:p>
          <a:p>
            <a:r>
              <a:t>Widget | 4 | 9.50</a:t>
            </a:r>
          </a:p>
          <a:p>
            <a:r>
              <a:t>Gadget | 2 | 17.25</a:t>
            </a:r>
          </a:p>
          <a:p>
            <a:r>
              <a:t>Gizmo | 7 | 3.10</a:t>
            </a:r>
          </a:p>
        </p:txBody>
      </p:sp>
    </p:spTree>
  </p:cSld>
  <p:clrMapOvr>
    <a:masterClrMapping/>
  </p:clrMapOvr>
</p:sld>
</file>

<file path=ppt/theme/theme1.xml><?xml version="1.0" encoding="UTF-8" standalone="yes"?><a:theme xmlns:a="http://schemas.openxmlformats.org/drawingml/2006/main" name="Minimal"><a:themeElements><a:clrScheme name="Minimal"><a:dk1><a:srgbClr val="000000/></a:dk1><a:lt1><a:srgbClr val="FFFFFF/></a:lt1><a:dk2><a:srgbClr val="44546A/></a:dk2><a:lt2><a:srgbClr val="E7E6E6/></a:lt2><a:accent1><a:srgbClr val="4472C4/></a:accent1><a:accent2><a:srgbClr val="ED7D31/></a:accent2><a:accent3><a:srgbClr val="A5A5A5/></a:accent3><a:accent4><a:srgbClr val="FFC000/></a:accent4><a:accent5><a:srgbClr val="5B9BD5/></a:accent5><a:accent6><a:srgbClr val="70AD47/></a:accent6><a:hlink><a:srgbClr val="0563C1/></a:hlink><a:folHlink><a:srgbClr val="954F72/></a:folHlink></a:clrScheme><a:fontScheme name="Minimal"><a:majorFont><a:latin typeface="Calibri Light"/><a:ea typeface=""/><a:cs typeface=""/></a:majorFont><a:minorFont><a:latin typeface="Calibri"/><a:ea typeface=""/><a:cs typeface=""/></a:minorFont></a:fontScheme><a:fmtScheme name="Minimal"><a:fillStyleLst><a:solidFill><a:schemeClr val="phClr"/></a:solidFill><a:solidFill><a:schemeClr val="phClr"/></a:solidFill><a:solidFill><a:schemeClr val="phClr"/></a:solidFill></a:fillStyleLst><a:lnStyleLst><a:ln w="6350"><a:solidFill><a:schemeClr val="phClr"/></a:solidFill></a:ln><a:ln w="12700"><a:solidFill><a:schemeClr val="phClr"/></a:solidFill></a:ln><a:ln w="19050"><a:solidFill><a:schemeClr val="phClr"/></a:solidFill></a:ln></a:lnStyleLst><a:effectStyleLst><a:effectStyle><a:effectLst/></a:effectStyle><a:effectStyle><a:effectLst/></a:effectStyle><a:effectStyle><a:effectLst/></a:effectStyle></a:effectStyleLst><a:bgFillStyleLst><a:solidFill><a:schemeClr val="phClr"/></a:solidFill><a:solidFill><a:schemeClr val="phClr"/></a:solidFill><a:solidFill><a:schemeClr val="phClr"/></a:solidFill></a:bgFillStyleLst></a:fmtScheme></a:themeElements></a:theme>
</file>